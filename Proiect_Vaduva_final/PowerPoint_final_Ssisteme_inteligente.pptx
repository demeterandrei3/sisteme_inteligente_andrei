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125" d="100"/>
          <a:sy n="125" d="100"/>
        </p:scale>
        <p:origin x="24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9CB0-957C-768E-349C-2D1FD58DE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Predictia vremii folosind modele inteligente secventiale (Predictii meteorologice)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35B3B-34EA-4508-9E37-4695093310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Demeter Andrei-Daniel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67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F25A-9D97-ED0C-5C7C-7C473818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vremii folosind modele inteligente secventiale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1B7AC-EE4E-A006-AC48-2ACE5808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predic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iei vremii (agricultur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transport, energie, siguran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Serii temporale și modele secven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Obiectiv: predic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temperaturii folosind LSTM, GRU și Transformer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23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1A40-58F6-F346-0659-A02A77E1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Baza de date meteorologic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892D-6B9C-0ED3-E5E3-F59C2B341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Kaggle – Weather Dataset (date zilnice)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Atribute: temperatur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umiditate, presiune, 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nt, precipita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loca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 (de completat în func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 de datasetul exact)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temperaturii pentru ziua urm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48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D45C-0936-75DE-D01D-084718B5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Preprocesare și analiz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o-R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C129D-A660-29AA-1EF2-62B25A8FD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 eliminare valori lips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/anomalii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Conversie dat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index temporal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Normalizare MinMax a variabilelor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Generare ferestre secven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iale (sliding window) pentru modele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93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B60D3-B2B9-FE1E-84FB-168AD61C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 secven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iale utilizate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CF890-B61C-2FA5-0729-3289D3474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– memorie pe termen lung, 2 straturi, dropout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– variant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 simpl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mai rapid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– mecanism de self‑attention, encoder pentru serii temporale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Optimizator: Adam, func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 de pierdere: MSE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77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772A-CDC9-338A-5AA6-541BE11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A30D5-A2AE-1CBD-E1E4-7951B43EE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Metrici: RMSE, MAE, MAPE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– cele mai bune rezultate (eroare minim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– performan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dar mai lent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– mai rapid, 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mai slab ca acurate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5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04BD-6F26-6280-40E3-6BB82A02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rezultatelor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33E74-0D44-3F86-2279-EF805AD6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Grafic: valori reale vs. valori prezise (set de test)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Modelele surprind sezonalitatea și trendul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Erori mai mari în zile cu schimb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 bru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 de vreme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attention/SHAP: ultimele zile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umiditatea au impact mare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29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1D21-5A6D-8696-B4A5-5BD5B028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Explicabilitatea modelului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F535-24D8-16B7-E5D0-3C85DFA71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values pentru importan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caracteristicilor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maps pentru Transformer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 dominante: temperatur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anterioar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umiditate, presiune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Interpretarea: modelul înva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fizic plauzibile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83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18E2-6D0A-5DAC-52D2-EED4A265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Concluzii și direc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viitoare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E6275-BC95-0601-3A6F-9AEF185C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Modelele secven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iale sunt potrivite pentru predic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vremii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&gt; LSTM &gt; GRU în experimentul realizat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Posibile extinderi: imagini satelitare, modele hibride CNN+LSTM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Utilitate practic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sisteme inteligente de suport decisional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45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{9858A942-393E-4152-AC24-5C1A2C01B4BF}TF6d5feb1e-e145-43f1-b745-cb4b54c5ee97e8df5820-d231c73adf5d</Template>
  <TotalTime>4</TotalTime>
  <Words>425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Tw Cen MT</vt:lpstr>
      <vt:lpstr>Wingdings</vt:lpstr>
      <vt:lpstr>Circuit</vt:lpstr>
      <vt:lpstr>Predictia vremii folosind modele inteligente secventiale (Predictii meteorologice)</vt:lpstr>
      <vt:lpstr>PredicTia vremii folosind modele inteligente secventiale</vt:lpstr>
      <vt:lpstr>Baza de date meteorologica</vt:lpstr>
      <vt:lpstr>Preprocesare și analizA</vt:lpstr>
      <vt:lpstr>Modele secvenTiale utilizate</vt:lpstr>
      <vt:lpstr>PerformanTa modelelor</vt:lpstr>
      <vt:lpstr>Analiza rezultatelor</vt:lpstr>
      <vt:lpstr>Explicabilitatea modelului</vt:lpstr>
      <vt:lpstr>Concluzii și direcTii viitoare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Demeter</dc:creator>
  <cp:lastModifiedBy>Andrei Demeter</cp:lastModifiedBy>
  <cp:revision>2</cp:revision>
  <dcterms:created xsi:type="dcterms:W3CDTF">2026-05-27T18:16:19Z</dcterms:created>
  <dcterms:modified xsi:type="dcterms:W3CDTF">2026-05-27T19:08:06Z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2026-05-27T19:03:41Z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f75989df-b96d-4913-b158-e54b2db3ba7b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